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8229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50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8862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DBD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Yerik International: ready for the November show.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30-day plan for your website and online presence.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Rajveer Singh, Manager · Giraffe Partners · </a:t>
            </a:r>
            <a:pPr indent="0" marL="0">
              <a:buNone/>
            </a:pPr>
            <a:r>
              <a:rPr lang="en-US" sz="15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send date, e.g. 01-Oct-2026]]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TOLD 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asked for a website that shows Yerik as it is today.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41732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5740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full. Not looking for new buyers.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45352" y="1874520"/>
            <a:ext cx="5394960" cy="141732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9672" y="2148840"/>
            <a:ext cx="457200" cy="457200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967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205740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is 10 years old. The plant has grown since.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394960" cy="141732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7490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information and a cleaner LinkedIn.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45352" y="3566160"/>
            <a:ext cx="5394960" cy="141732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3840480"/>
            <a:ext cx="457200" cy="457200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9672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205472" y="37490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before the November show.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868680"/>
          </a:xfrm>
          <a:prstGeom prst="rect">
            <a:avLst/>
          </a:prstGeom>
          <a:solidFill>
            <a:srgbClr val="2A1D4B"/>
          </a:solidFill>
          <a:ln w="12700">
            <a:solidFill>
              <a:srgbClr val="2A1D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25780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plan does exactly that. No ads. No marketing push.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what a buyer sees first.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680960" cy="480060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7315200" cy="480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01_home_desktop: Homepage, first screen, 1440×900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95360" y="160020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156362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dates from 2015–16.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595360" y="260604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256946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 that says what Yerik makes.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595360" y="361188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0" y="357530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logos.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95360" y="461772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458114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number does not connect.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buyer who tries to reach you hits four dead ends.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89888"/>
            <a:ext cx="329184" cy="329184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" y="1371600"/>
            <a:ext cx="4937760" cy="169164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1188720" y="1371600"/>
            <a:ext cx="4572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03_phone_number: Tight crop of the phone number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54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number does not connect.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5352" y="1389888"/>
            <a:ext cx="329184" cy="329184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45352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02552" y="1371600"/>
            <a:ext cx="4937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02552" y="1371600"/>
            <a:ext cx="4937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31152" y="1371600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0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Enquiry sent through the website on </a:t>
            </a:r>
            <a:pPr indent="0" marL="0">
              <a:buNone/>
            </a:pPr>
            <a:r>
              <a:rPr lang="en-US" sz="1800" b="1" i="1" dirty="0">
                <a:solidFill>
                  <a:srgbClr val="4B2F79"/>
                </a:solidFill>
                <a:highlight>
                  <a:srgbClr val="DBD5E4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[[CONFIRM: date, about 10 days before the call]]</a:t>
            </a:r>
            <a:pPr indent="0" marL="0">
              <a:buNone/>
            </a:pPr>
            <a:r>
              <a:rPr lang="en-US" sz="1800" i="1" dirty="0">
                <a:solidFill>
                  <a:srgbClr val="0F0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No reply by the call date.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858768"/>
            <a:ext cx="329184" cy="329184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3840480"/>
            <a:ext cx="4937760" cy="169164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1188720" y="3840480"/>
            <a:ext cx="4572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04_product_page: Product page with the “tweet” label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623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pages: no details, and a stray “tweet” label.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45352" y="3858768"/>
            <a:ext cx="329184" cy="329184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45352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02552" y="3840480"/>
            <a:ext cx="4937760" cy="169164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885432" y="3840480"/>
            <a:ext cx="4572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05_careers_form: Careers form filled (Test / abc / blank phone), not submitted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02552" y="5623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 form takes a wrong email and blank phone.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people open your site on a phone.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417320"/>
            <a:ext cx="2331720" cy="480060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097280" y="1417320"/>
            <a:ext cx="1965960" cy="480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02_home_mobile: Homepage on a phone, 390×844, first 2 screens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155448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phone, it looks weaker than on desktop. </a:t>
            </a:r>
            <a:pPr indent="0" marL="0">
              <a:buNone/>
            </a:pPr>
            <a:r>
              <a:rPr lang="en-US" sz="20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describe what the capture shows, e.g. small text, broken layout]]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023360" y="301752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233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980944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issue seen on capture]]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023360" y="388620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849624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issue seen on capture]]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and LinkedIn tell a mixed story.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29184" cy="329184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301752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08_google_profile: Google profile with unrelated photos (manual)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292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profile: photos that are not your plant or products. Some videos lower trust.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35628" y="1417320"/>
            <a:ext cx="329184" cy="329184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35628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5628" y="1874520"/>
            <a:ext cx="3520440" cy="301752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518508" y="187452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09_linkedin_pages: Both LinkedIn pages named Yerik International (manual)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35628" y="50292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pages carry the Yerik International name. Which is official?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2615" y="1417320"/>
            <a:ext cx="329184" cy="329184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22615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2615" y="1874520"/>
            <a:ext cx="3520440" cy="301752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305495" y="187452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10_hiring_post: One off-brand hiring post (manual, blur people)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22615" y="50292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posts miss Yerik's orange and font. A fake would look the same.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Ludhiana sites say who they are in the first line.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JRS Farm Parts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20040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06_competitor_jrs: JRS Farm Parts homepage, first screen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2120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“ISO-certified tractor parts supplier in Ludhiana, exporting to USA.”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335628" y="1417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Parts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35628" y="1874520"/>
            <a:ext cx="3520440" cy="320040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518508" y="187452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07_competitor_machineparts: Machine Parts homepage, first screen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335628" y="52120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tagline and a working WhatsApp chat button.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122615" y="1417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Yerik International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2615" y="1874520"/>
            <a:ext cx="3520440" cy="320040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305495" y="187452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01_home_desktop: Homepage, first screen, 1440×900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122615" y="52120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headline. The visitor has to work it out.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show costs at least ₹4–5 lakh. The follow-up happens on your website.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₹4–5 lakh</a:t>
            </a:r>
            <a:endParaRPr lang="en-US" sz="10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862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cost of one show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2103120"/>
            <a:ext cx="0" cy="2743200"/>
          </a:xfrm>
          <a:prstGeom prst="line">
            <a:avLst/>
          </a:prstGeom>
          <a:noFill/>
          <a:ln w="12700">
            <a:solidFill>
              <a:srgbClr val="DDD8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210312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show, people look you up. Today, the website does not match the company they met at your stall.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plan: 4 pieces of work in 30 days.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233172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consistency fix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logo set, one orange, one font, used everywhere.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78098" y="1371600"/>
            <a:ext cx="2606040" cy="233172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06698" y="1600200"/>
            <a:ext cx="548640" cy="548640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0669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606698" y="2286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5-page website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06698" y="2743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phone first. Existing product pages move across.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07557" y="1371600"/>
            <a:ext cx="2606040" cy="233172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6157" y="1600200"/>
            <a:ext cx="548640" cy="548640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36157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36157" y="2286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profile fix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36157" y="2743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details and real photos of your plant and products.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37015" y="1371600"/>
            <a:ext cx="2606040" cy="233172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65615" y="1600200"/>
            <a:ext cx="548640" cy="548640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65615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265615" y="2286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move support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65615" y="2743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hosting. Same domain name.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53963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480560"/>
            <a:ext cx="457200" cy="457200"/>
          </a:xfrm>
          <a:prstGeom prst="ellipse">
            <a:avLst/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251960"/>
            <a:ext cx="43447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clean-up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official page. Hiring posts in Yerik's colours.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46724" y="4251960"/>
            <a:ext cx="53963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75324" y="4480560"/>
            <a:ext cx="457200" cy="457200"/>
          </a:xfrm>
          <a:prstGeom prst="ellipse">
            <a:avLst/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75324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115404" y="4251960"/>
            <a:ext cx="43447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shoot at Doraha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day. Only if current photos are not available.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44068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this plan: ads, paid promotion, finding new buyers, a new logo, other group companies, monthly management.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website today, and after 30 days.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solidFill>
            <a:srgbClr val="6B6478"/>
          </a:solidFill>
          <a:ln w="12700">
            <a:solidFill>
              <a:srgbClr val="6B6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yerikindia.com · local server, Ludhiana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0" cy="2898648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542032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276856"/>
            <a:ext cx="4937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276856"/>
            <a:ext cx="3831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headline, old logos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28616" y="2414016"/>
            <a:ext cx="256032" cy="25603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28616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21224" y="2414016"/>
            <a:ext cx="256032" cy="25603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21224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13832" y="2414016"/>
            <a:ext cx="256032" cy="25603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13832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145536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2880360"/>
            <a:ext cx="4937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2880360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plant as it was in 2015–16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3749040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483864"/>
            <a:ext cx="4937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3483864"/>
            <a:ext cx="4416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10–13 ranges </a:t>
            </a:r>
            <a:pPr indent="0" marL="0">
              <a:buNone/>
            </a:pPr>
            <a:r>
              <a:rPr lang="en-US" sz="12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count]]</a:t>
            </a:r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product details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13832" y="3621024"/>
            <a:ext cx="256032" cy="25603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13832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4352544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4087368"/>
            <a:ext cx="4937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43000" y="4087368"/>
            <a:ext cx="4416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does not check any field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513832" y="4224528"/>
            <a:ext cx="256032" cy="25603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13832" y="4224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" y="4956048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4690872"/>
            <a:ext cx="4937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43000" y="4690872"/>
            <a:ext cx="4123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does not connect. Enquiry not answered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221224" y="4828032"/>
            <a:ext cx="256032" cy="25603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21224" y="4828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13832" y="4828032"/>
            <a:ext cx="256032" cy="25603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13832" y="4828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413248"/>
            <a:ext cx="219456" cy="219456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5413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41248" y="5394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headline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46120" y="5413248"/>
            <a:ext cx="219456" cy="219456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246120" y="5413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3538728" y="5394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logos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715000"/>
            <a:ext cx="219456" cy="219456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5715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841248" y="5696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does not connect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46120" y="5715000"/>
            <a:ext cx="219456" cy="219456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246120" y="5715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3538728" y="5696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details, “tweet” label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" y="6016752"/>
            <a:ext cx="219456" cy="219456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48640" y="6016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841248" y="5998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takes wrong entries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246120" y="6016752"/>
            <a:ext cx="219456" cy="219456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246120" y="6016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3538728" y="5998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not answered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245352" y="1234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30 DAYS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245352" y="1600200"/>
            <a:ext cx="5394960" cy="457200"/>
          </a:xfrm>
          <a:prstGeom prst="rect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28232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yerikindia.com · secure hosting, same domain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473952" y="2057400"/>
            <a:ext cx="0" cy="2898648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73952" y="2542032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02552" y="2276856"/>
            <a:ext cx="4937760" cy="530352"/>
          </a:xfrm>
          <a:prstGeom prst="rect">
            <a:avLst/>
          </a:prstGeom>
          <a:solidFill>
            <a:srgbClr val="EDEAF1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839712" y="2276856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headline, key numbers, product range, November show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473952" y="3145536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02552" y="2880360"/>
            <a:ext cx="4937760" cy="530352"/>
          </a:xfrm>
          <a:prstGeom prst="rect">
            <a:avLst/>
          </a:prstGeom>
          <a:solidFill>
            <a:srgbClr val="EDEAF1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839712" y="2880360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1991, new infrastructure, quality, markets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473952" y="3749040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02552" y="3483864"/>
            <a:ext cx="4937760" cy="530352"/>
          </a:xfrm>
          <a:prstGeom prst="rect">
            <a:avLst/>
          </a:prstGeom>
          <a:solidFill>
            <a:srgbClr val="EDEAF1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839712" y="3483864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per range. Existing pages move across, old links work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473952" y="4352544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702552" y="4087368"/>
            <a:ext cx="4937760" cy="530352"/>
          </a:xfrm>
          <a:prstGeom prst="rect">
            <a:avLst/>
          </a:prstGeom>
          <a:solidFill>
            <a:srgbClr val="EDEAF1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839712" y="4087368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roles. Every form field checked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6473952" y="4956048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02552" y="4690872"/>
            <a:ext cx="4937760" cy="530352"/>
          </a:xfrm>
          <a:prstGeom prst="rect">
            <a:avLst/>
          </a:prstGeom>
          <a:solidFill>
            <a:srgbClr val="EDEAF1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839712" y="4690872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phone, WhatsApp, enquiries to a named person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6245352" y="53949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page: same menu, footer with address and links, built for phone first.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page has one clear job.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057400" cy="594360"/>
          </a:xfrm>
          <a:prstGeom prst="rect">
            <a:avLst/>
          </a:prstGeom>
          <a:solidFill>
            <a:srgbClr val="2A1D4B"/>
          </a:solidFill>
          <a:ln w="12700">
            <a:solidFill>
              <a:srgbClr val="2A1D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057400" cy="397764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194560"/>
            <a:ext cx="1783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line: what Yerik makes, since 1991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[[CONFIRM]]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range and new plant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November show, stall number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07894" y="1417320"/>
            <a:ext cx="2057400" cy="594360"/>
          </a:xfrm>
          <a:prstGeom prst="rect">
            <a:avLst/>
          </a:prstGeom>
          <a:solidFill>
            <a:srgbClr val="2A1D4B"/>
          </a:solidFill>
          <a:ln w="12700">
            <a:solidFill>
              <a:srgbClr val="2A1D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90774" y="1417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Us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807894" y="2011680"/>
            <a:ext cx="2057400" cy="397764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17622" y="2194560"/>
            <a:ext cx="1783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since 1991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and new machines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certifications [[CONFIRM]]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served [[CONFIRM]]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67148" y="1417320"/>
            <a:ext cx="2057400" cy="594360"/>
          </a:xfrm>
          <a:prstGeom prst="rect">
            <a:avLst/>
          </a:prstGeom>
          <a:solidFill>
            <a:srgbClr val="2A1D4B"/>
          </a:solidFill>
          <a:ln w="12700">
            <a:solidFill>
              <a:srgbClr val="2A1D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0028" y="1417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067148" y="2011680"/>
            <a:ext cx="2057400" cy="397764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76876" y="2194560"/>
            <a:ext cx="1783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per product range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opens the existing page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links keep working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26401" y="1417320"/>
            <a:ext cx="2057400" cy="594360"/>
          </a:xfrm>
          <a:prstGeom prst="rect">
            <a:avLst/>
          </a:prstGeom>
          <a:solidFill>
            <a:srgbClr val="2A1D4B"/>
          </a:solidFill>
          <a:ln w="12700">
            <a:solidFill>
              <a:srgbClr val="2A1D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09281" y="1417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Careers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326401" y="2011680"/>
            <a:ext cx="2057400" cy="397764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36129" y="2194560"/>
            <a:ext cx="1783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work at Yerik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with every field checked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585655" y="1417320"/>
            <a:ext cx="2057400" cy="594360"/>
          </a:xfrm>
          <a:prstGeom prst="rect">
            <a:avLst/>
          </a:prstGeom>
          <a:solidFill>
            <a:srgbClr val="2A1D4B"/>
          </a:solidFill>
          <a:ln w="12700">
            <a:solidFill>
              <a:srgbClr val="2A1D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68535" y="1417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Us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9585655" y="2011680"/>
            <a:ext cx="2057400" cy="397764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5383" y="2194560"/>
            <a:ext cx="1783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phone number that works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button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 go to a named person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address and map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homepage says what Yerik makes in one line.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863840" cy="4846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6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7863840" cy="502920"/>
          </a:xfrm>
          <a:prstGeom prst="rect">
            <a:avLst/>
          </a:prstGeom>
          <a:solidFill>
            <a:srgbClr val="E6E4EA"/>
          </a:solidFill>
          <a:ln w="9525">
            <a:solidFill>
              <a:srgbClr val="C9C6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90472"/>
            <a:ext cx="1097280" cy="274320"/>
          </a:xfrm>
          <a:prstGeom prst="rect">
            <a:avLst/>
          </a:prstGeom>
          <a:solidFill>
            <a:srgbClr val="C9C6CF"/>
          </a:solidFill>
          <a:ln w="12700">
            <a:solidFill>
              <a:srgbClr val="C9C6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371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About Us · Products · Careers · Contact Us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574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Tractor and farm machinery parts. Made in Doraha, Punjab, since 1991.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175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cylinders, 3-point linkage and more, for </a:t>
            </a:r>
            <a:pPr indent="0" marL="0">
              <a:buNone/>
            </a:pPr>
            <a:r>
              <a:rPr lang="en-US" sz="12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who buys, e.g. dealers and OEMs in 10+ countries]]</a:t>
            </a:r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1920240" cy="1645920"/>
          </a:xfrm>
          <a:prstGeom prst="rect">
            <a:avLst/>
          </a:prstGeom>
          <a:solidFill>
            <a:srgbClr val="E6E4EA"/>
          </a:solidFill>
          <a:ln w="9525">
            <a:solidFill>
              <a:srgbClr val="C9C6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05740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photo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3840480"/>
            <a:ext cx="7223760" cy="502920"/>
          </a:xfrm>
          <a:prstGeom prst="rect">
            <a:avLst/>
          </a:prstGeom>
          <a:solidFill>
            <a:srgbClr val="E6E4EA"/>
          </a:solidFill>
          <a:ln w="9525">
            <a:solidFill>
              <a:srgbClr val="C9C6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4014216"/>
            <a:ext cx="155448" cy="155448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38404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us at </a:t>
            </a:r>
            <a:pPr indent="0" marL="0">
              <a:buNone/>
            </a:pPr>
            <a:r>
              <a:rPr lang="en-US" sz="12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show name]]</a:t>
            </a:r>
            <a:pPr indent="0" marL="0">
              <a:buNone/>
            </a:pPr>
            <a:r>
              <a:rPr lang="en-US" sz="12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2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dates]]</a:t>
            </a:r>
            <a:pPr indent="0" marL="0">
              <a:buNone/>
            </a:pPr>
            <a:r>
              <a:rPr lang="en-US" sz="12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Stall </a:t>
            </a:r>
            <a:pPr indent="0" marL="0">
              <a:buNone/>
            </a:pPr>
            <a:r>
              <a:rPr lang="en-US" sz="12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no.]]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526280"/>
            <a:ext cx="16687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" y="4636008"/>
            <a:ext cx="1449324" cy="411480"/>
          </a:xfrm>
          <a:prstGeom prst="rect">
            <a:avLst/>
          </a:prstGeom>
          <a:solidFill>
            <a:srgbClr val="E6E4EA"/>
          </a:solidFill>
          <a:ln w="12700">
            <a:solidFill>
              <a:srgbClr val="E6E4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8408" y="5074920"/>
            <a:ext cx="1449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Point Linkage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20340" y="4526280"/>
            <a:ext cx="16687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0068" y="4636008"/>
            <a:ext cx="1449324" cy="411480"/>
          </a:xfrm>
          <a:prstGeom prst="rect">
            <a:avLst/>
          </a:prstGeom>
          <a:solidFill>
            <a:srgbClr val="E6E4EA"/>
          </a:solidFill>
          <a:ln w="12700">
            <a:solidFill>
              <a:srgbClr val="E6E4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30068" y="5074920"/>
            <a:ext cx="1449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Cylinders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4526280"/>
            <a:ext cx="16687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1728" y="4636008"/>
            <a:ext cx="1449324" cy="411480"/>
          </a:xfrm>
          <a:prstGeom prst="rect">
            <a:avLst/>
          </a:prstGeom>
          <a:solidFill>
            <a:srgbClr val="E6E4EA"/>
          </a:solidFill>
          <a:ln w="12700">
            <a:solidFill>
              <a:srgbClr val="E6E4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81728" y="5074920"/>
            <a:ext cx="1449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Towing Parts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23660" y="4526280"/>
            <a:ext cx="16687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3388" y="4636008"/>
            <a:ext cx="1449324" cy="411480"/>
          </a:xfrm>
          <a:prstGeom prst="rect">
            <a:avLst/>
          </a:prstGeom>
          <a:solidFill>
            <a:srgbClr val="E6E4EA"/>
          </a:solidFill>
          <a:ln w="12700">
            <a:solidFill>
              <a:srgbClr val="E6E4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3388" y="5074920"/>
            <a:ext cx="1449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Parts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5650992"/>
            <a:ext cx="1828800" cy="384048"/>
          </a:xfrm>
          <a:prstGeom prst="roundRect">
            <a:avLst>
              <a:gd name="adj" fmla="val 47619"/>
            </a:avLst>
          </a:prstGeom>
          <a:solidFill>
            <a:srgbClr val="C9C6CF"/>
          </a:solidFill>
          <a:ln w="12700">
            <a:solidFill>
              <a:srgbClr val="C9C6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56509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on WhatsApp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56509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strip: phone · email · address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778240" y="150876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782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147218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says what Yerik makes, from where, since when.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778240" y="237744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782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326880" y="234086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November show sits on the first screen.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778240" y="324612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326880" y="320954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ranges are one tap away.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778240" y="411480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782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9326880" y="407822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WhatsApp button that works.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8778240" y="5120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layout to show structure. Final design agreed with your team.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fixes make Yerik look the same everywhere.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365760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Brand consistency fix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clean logo version: colour, white and black files.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exact Yerik orange and one font.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brand sheet.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post templates: hiring and announcement.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signature.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5394960" cy="914400"/>
          </a:xfrm>
          <a:prstGeom prst="rect">
            <a:avLst/>
          </a:prstGeom>
          <a:solidFill>
            <a:srgbClr val="2A1D4B"/>
          </a:solidFill>
          <a:ln w="12700">
            <a:solidFill>
              <a:srgbClr val="2A1D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120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new logo or a new brand identity. It makes what you already have look the same everywhere.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5352" y="1371600"/>
            <a:ext cx="5394960" cy="457200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Google profile fix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1488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phone, hours, address pin, categories and description.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 plant and product photos.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unrelated photos uploaded by others. Owners can report these, not delete them.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the new website.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post about the November show.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by launch day.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383280"/>
                <a:gridCol w="47823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launch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impression (our audit score)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8+/10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[[CONFIRM]]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message (our audit score)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8+/10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[[CONFIRM]]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number on website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connect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Connects, with a named person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enquiries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reply after about 10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a named person. Yerik replies within 1 working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Careers and enquiry forms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blank and wrong entries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field checked. Spam blocked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Homepage headline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line: what Yerik makes, for whom, since 1991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details. Stray “tweet” 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range on new Products page. Label removed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 phone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Weaker than desktop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on phone before launch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server in Ludhiana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hosting, same 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profile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Unrelated photos and videos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details, real plant and product photos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(if E is chosen)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pages, same name. Off-brand posts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official page. Posts in Yerik's colours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before the November show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days, week by week.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852160"/>
                <a:gridCol w="33192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Giraffe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Yerik gives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 (Days 1–7)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Kick-off call. Lock brand sheet. Agree hosting and domain plan with Yerik IT. Write page text.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Coordinator name, IT contact, logo files, photos, product list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 (Days 8–14)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all 5 pages for desktop and phone. Start the Google profile fix.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round of combined feedback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 (Days 15–21)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site on new hosting (preview link). Move old product pages. Set up forms and WhatsApp.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text approval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 (Days 22–30)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on phone and desktop. Point the domain. Go live. Update the Google profile link. Handover: who owns the phone, who answers enquiries.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sign-off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46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E runs alongside in weeks 1 to 3.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5303520"/>
            <a:ext cx="11094415" cy="640080"/>
          </a:xfrm>
          <a:prstGeom prst="rect">
            <a:avLst/>
          </a:prstGeom>
          <a:solidFill>
            <a:srgbClr val="2A1D4B"/>
          </a:solidFill>
          <a:ln w="12700">
            <a:solidFill>
              <a:srgbClr val="2A1D4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30352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live before the show, we need the go-ahead by </a:t>
            </a:r>
            <a:pPr indent="0" marL="0">
              <a:buNone/>
            </a:pPr>
            <a:r>
              <a:rPr lang="en-US" sz="18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show date minus 35 days]]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Yerik to hold the date.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581912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371600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coordinator name and phone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64608" y="1600200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4608" y="16002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478024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267712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contact for hosting and domain, and cooperation from the current Ludhiana host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64608" y="2496312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24963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374136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163824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Best-quality logo files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64608" y="3392424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4608" y="33924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59936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270248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4270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07008" y="4059936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of the plant, new machines and products, or choose option F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64608" y="4288536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64608" y="4288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956048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5166360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207008" y="4956048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range list, plus the top </a:t>
            </a:r>
            <a:pPr indent="0" marL="0">
              <a:buNone/>
            </a:pPr>
            <a:r>
              <a:rPr lang="en-US" sz="14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number]]</a:t>
            </a:r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priority products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64608" y="5184648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64608" y="51846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45352" y="1371600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9944" y="1581912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9944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903720" y="1371600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Certifications, markets served and key numbers you are happy to show publicly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561320" y="1600200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61320" y="16002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45352" y="2267712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9944" y="2478024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9944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2267712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phone number with an owner, one email on Yerik's domain, one person who replies to enquiries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561320" y="2496312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561320" y="24963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45352" y="3163824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9944" y="3374136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09944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903720" y="3163824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name, dates and stall number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0561320" y="3392424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561320" y="33924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45352" y="4059936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9944" y="4270248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09944" y="4270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903720" y="4059936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within 2 working days at each step, so the date holds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0561320" y="4288536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561320" y="4288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45352" y="4956048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09944" y="5166360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09944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903720" y="4956048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sign-off before launch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10561320" y="5184648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561320" y="51846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Investment: A to D is the core. E and F are your choice.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 D work together. E and F you can add or skip.</a:t>
            </a:r>
            <a:endParaRPr lang="en-US" sz="1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5394960"/>
                <a:gridCol w="17647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(₹)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Brand consistency fix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logo set, colours, font, brand sheet, 2 post templates, email signature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[[PRICE]]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New 5-page website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Home, About Us, Products, Careers, Contact Us. Includes moving existing product pages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[[PRICE]]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Google profile fix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details, real photos, link to new website, one show 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[[PRICE]]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Hosting move support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with Yerik IT to move to secure hosting, same domain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[[PRICE]]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total (A to 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5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5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[[PRICE]]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5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6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E. LinkedIn clean-up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official page fixed, hiring post templates, profile audit 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[[PRICE]]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6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F. Photo shoot at the Doraha plant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day: plant, new machines and products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[[PRICE]]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663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Prices exclude GST.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Hosting, domain and email renewals are paid by Yerik directly to the provider </a:t>
            </a:r>
            <a:pPr indent="0" marL="0">
              <a:buNone/>
            </a:pPr>
            <a:r>
              <a:rPr lang="en-US" sz="12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[[CONFIRM]]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Payment: </a:t>
            </a:r>
            <a:pPr indent="0" marL="0">
              <a:buNone/>
            </a:pPr>
            <a:r>
              <a:rPr lang="en-US" sz="12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e.g. 50% to start, 50% at launch]]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Includes </a:t>
            </a:r>
            <a:pPr indent="0" marL="0">
              <a:buNone/>
            </a:pPr>
            <a:r>
              <a:rPr lang="en-US" sz="12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2]]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rounds of changes.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Quote valid for 30 days.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5166360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2, priced later: rebuild product pages one by one with full details.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1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are, and what happens next.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works with manufacturing and industrial businesses.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manufacturing and industrial brands </a:t>
            </a:r>
            <a:pPr indent="0" marL="0">
              <a:buNone/>
            </a:pPr>
            <a:r>
              <a:rPr lang="en-US" sz="17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[[CONFIRM]]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 in Delhi, Chandigarh, Dehradun and Abohar.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work with businesses that are better than they look.”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5486400" cy="2148840"/>
          </a:xfrm>
          <a:prstGeom prst="rect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49040"/>
            <a:ext cx="2926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Neev Seeds (agri)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 years: new packaging, logo and trademark, website, distributor forms, and one consistent look at every expo.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86200" y="3931920"/>
            <a:ext cx="1965960" cy="1783080"/>
          </a:xfrm>
          <a:prstGeom prst="rect">
            <a:avLst/>
          </a:prstGeom>
          <a:solidFill>
            <a:srgbClr val="2A1D4B"/>
          </a:solidFill>
          <a:ln w="12700">
            <a:solidFill>
              <a:srgbClr val="DBD5E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3977640" y="393192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Neev Seeds before / after images (optional)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371600"/>
            <a:ext cx="4967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1828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828800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Yerik IT confirms domain and hosting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675120" y="2606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606040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approval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675120" y="33832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383280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Go-ahead by </a:t>
            </a:r>
            <a:pPr indent="0" marL="0">
              <a:buNone/>
            </a:pPr>
            <a:r>
              <a:rPr lang="en-US" sz="19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date]]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675120" y="41605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4160520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call within 2 days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675120" y="5120640"/>
            <a:ext cx="4967935" cy="0"/>
          </a:xfrm>
          <a:prstGeom prst="line">
            <a:avLst/>
          </a:prstGeom>
          <a:noFill/>
          <a:ln w="9525">
            <a:solidFill>
              <a:srgbClr val="6B647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5257800"/>
            <a:ext cx="4967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Disha Arora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Disha phone]]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4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Disha email]]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Giraffe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Yerik International: 30-day proposal</dc:title>
  <dc:subject>PptxGenJS Presentation</dc:subject>
  <dc:creator>PptxGenJS</dc:creator>
  <cp:lastModifiedBy>PptxGenJS</cp:lastModifiedBy>
  <cp:revision>1</cp:revision>
  <dcterms:created xsi:type="dcterms:W3CDTF">2026-10-01T05:59:33Z</dcterms:created>
  <dcterms:modified xsi:type="dcterms:W3CDTF">2026-10-01T05:59:33Z</dcterms:modified>
</cp:coreProperties>
</file>